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Invoice Compliance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8C8EA"/>
                </a:solidFill>
              </a:rPr>
              <a:t>Automated grant invoice auditing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SociAI · Demo Day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8191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Hundreds of invoices per grant cycle — reviewed manually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8840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8424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29+ compliance rules across vendor, amount, format &amp; document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15768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511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A single missed rule → rejected reimbursement claim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82696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118104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Auditors spend days on work that could take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303520"/>
            <a:ext cx="10881360" cy="731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Manual review doesn't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7FFF"/>
                </a:solidFill>
              </a:rPr>
              <a:t>PDF invoice  →  Invoice Agent  →  Compliance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5176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7FFF"/>
                </a:solidFill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Reads every field
from any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2377440"/>
            <a:ext cx="265176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514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7FFF"/>
                </a:solidFill>
              </a:rPr>
              <a:t>Evaluate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29+ rules checked
in code &amp; with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2377440"/>
            <a:ext cx="265176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514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7FFF"/>
                </a:solidFill>
              </a:rPr>
              <a:t>Escalate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Flags edge cases
for human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2016" y="2377440"/>
            <a:ext cx="265176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2514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7FFF"/>
                </a:solidFill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Improves with
every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B7A99"/>
                </a:solidFill>
              </a:rPr>
              <a:t>Covers: Travel · Local Personnel · HQ Personnel · Equipment · Consumables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Workflow — Three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520440" cy="32004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 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Low-res page map
Classify document type
Build extraction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645920"/>
            <a:ext cx="3520440" cy="3200400"/>
          </a:xfrm>
          <a:prstGeom prst="rect">
            <a:avLst/>
          </a:prstGeom>
          <a:solidFill>
            <a:srgbClr val="852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7373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 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Full-quality render
OCR + Vision AI per page
Crop &amp; retry on misses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645920"/>
            <a:ext cx="352044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373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 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Run all 29 rules
Visual checks (stamps, sigs)
Flag or finish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A99"/>
                </a:solidFill>
              </a:rPr>
              <a:t>Each phase exposes only the tools needed — the agent cannot skip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Phase 1 — 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8191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inspect_file   →   read metadata, check file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compress_pages   →   render all pages at 48 DPI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15768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inventory_pages   →   vision AI labels each page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82696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18104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classify_document_type   →   identify invoice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9624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8503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generate_plan   →   reasoning model writes step-by-step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7A99"/>
                </a:solidFill>
              </a:rPr>
              <a:t>Fast &amp; cheap before any full-quality work begins.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52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Phase 2 — Extract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8191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convert_pdf_to_images   →   200 DPI render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extract_fields_vision   →   Vision LLM + Surya OCR pre-pass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15768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crop_region   →   zoom into missed areas and retry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82696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18104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check_compliance   →   deterministic rule pass (no LLM)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9624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8503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check_compliance_visual   →   stamps, seals, signatures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7A99"/>
                </a:solidFill>
              </a:rPr>
              <a:t>Confidence-aware merging — never overwrites a higher-confidence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Phase 3 — Validate &amp;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8191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Re-run compliance after any new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flag_for_human_review   →   unresolvable cases escalated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15768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write_learning   →   persist insights for future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82696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18104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2121F"/>
                </a:solidFill>
              </a:rPr>
              <a:t>finish   →   compliance_passed · human_review_needed · max_retries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46320"/>
            <a:ext cx="10881360" cy="155448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7FFF"/>
                </a:solidFill>
              </a:rPr>
              <a:t>Output per invoice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results.csv  ·  compliance.csv  ·  page images  ·  full agent log (JSONL)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Built-in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A99"/>
                </a:solidFill>
              </a:rPr>
              <a:t>After every run (--learn mode):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7627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Reflection loop compares output against ground truth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43200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Writes targeted learnings per invoice type to learnings.md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10128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4553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2121F"/>
                </a:solidFill>
              </a:rPr>
              <a:t>On the next run, relevant learnings are injected into the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21F"/>
                </a:solidFill>
              </a:rPr>
              <a:t>Learning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06240"/>
            <a:ext cx="23317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26110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7FFF"/>
                </a:solidFill>
              </a:rPr>
              <a:t>extraction patterns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4206240"/>
            <a:ext cx="23317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426110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7FFF"/>
                </a:solidFill>
              </a:rPr>
              <a:t>vision model quirks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4206240"/>
            <a:ext cx="23317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426110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7FFF"/>
                </a:solidFill>
              </a:rPr>
              <a:t>common failures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4206240"/>
            <a:ext cx="23317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26110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7FFF"/>
                </a:solidFill>
              </a:rPr>
              <a:t>compliance edge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54880"/>
            <a:ext cx="23317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0974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7FFF"/>
                </a:solidFill>
              </a:rPr>
              <a:t>general approaches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A99"/>
                </a:solidFill>
              </a:rPr>
              <a:t>The agent compounds — each invoice makes the next one more accurate.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6583680" cy="658368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6583680" cy="658368"/>
          </a:xfrm>
          <a:prstGeom prst="rect">
            <a:avLst/>
          </a:prstGeom>
          <a:solidFill>
            <a:srgbClr val="29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InvoiceAgent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6583680" cy="658368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AgentState  ·  ToolRegistry  ·  LLMProvider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86200"/>
            <a:ext cx="6583680" cy="658368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agent_turn()  →  prompt  →  JSON action  →  tool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121F"/>
                </a:solidFill>
              </a:rPr>
              <a:t>Dual model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011680"/>
            <a:ext cx="4114800" cy="9601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FFF"/>
                </a:solidFill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23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6700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</a:rPr>
              <a:t>Tool selection · Planning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4114800" cy="9601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FFF"/>
                </a:solidFill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52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gemini-2.5-pro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67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</a:rPr>
              <a:t>Extraction ·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389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99"/>
                </a:solidFill>
              </a:rPr>
              <a:t>Also runs fully local via Ollama — no data leaves the machine.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09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21F"/>
                </a:solidFill>
              </a:rPr>
              <a:t>Safety guards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212080"/>
            <a:ext cx="27889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6694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7FFF"/>
                </a:solidFill>
              </a:rPr>
              <a:t>Duplicate action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5212080"/>
            <a:ext cx="27889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526694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7FFF"/>
                </a:solidFill>
              </a:rPr>
              <a:t>Consecutive failure limit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5212080"/>
            <a:ext cx="27889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526694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7FFF"/>
                </a:solidFill>
              </a:rPr>
              <a:t>JSON repair-retry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36608" y="5212080"/>
            <a:ext cx="2788920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6608" y="526694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7FFF"/>
                </a:solidFill>
              </a:rPr>
              <a:t>Per-run token cap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Zero Code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7A99"/>
                </a:solidFill>
              </a:rPr>
              <a:t>All invoice types, fields, and rules live in CSV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269748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FFF"/>
                </a:solidFill>
              </a:rPr>
              <a:t>invoice_types.csv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 types with LLM context hints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2194560"/>
            <a:ext cx="269748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22860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FFF"/>
                </a:solidFill>
              </a:rPr>
              <a:t>extraction_fields.csv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8346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Per-type fields, page regions, hints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8504" y="2194560"/>
            <a:ext cx="269748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2860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FFF"/>
                </a:solidFill>
              </a:rPr>
              <a:t>compliance_rules.csv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8346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29+ rules: required, regex, range,
cross-field, conditional, visual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26296" y="2194560"/>
            <a:ext cx="2697480" cy="256032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2860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FFF"/>
                </a:solidFill>
              </a:rPr>
              <a:t>phase_tools.yaml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83464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Which tools are visible in each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7A99"/>
                </a:solidFill>
              </a:rPr>
              <a:t>Add a new invoice type: one row in each CSV. No Python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2296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121F"/>
                </a:solidFill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2121F"/>
                </a:solidFill>
              </a:rPr>
              <a:t>Input: scanned PDF travel invoice (VIAJES type)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49631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2121F"/>
                </a:solidFill>
              </a:rPr>
              <a:t>Live: agent phases through Scan → Extract → Validate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7355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08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2121F"/>
                </a:solidFill>
              </a:rPr>
              <a:t>Output: extracted fields with confidence + compliance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50792"/>
            <a:ext cx="91440" cy="9144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2121F"/>
                </a:solidFill>
              </a:rPr>
              <a:t>Bonus: agent reasoning trace — why each tool was chosen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8C8EA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Invoice Compliance Agent — SociAI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